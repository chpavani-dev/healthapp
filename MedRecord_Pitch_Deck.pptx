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8FAC">
              <a:alpha val="40000"/>
            </a:srgbClr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family's health,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9C4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organized for everyone.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family health records app built for India's reality 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multi-generational, multi-city, multi-doctor.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C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simple  ·  Doctor-grade  ·  Family-first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records that nobody can find.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founder's story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09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parents live in India.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manages diabetes and thyroid. Dad has cardiac stents and goes for follow-ups every six months.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in the US.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their reports come back, I want to know: are the numbers better or worse than last time?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 find that out, I have to ask them to send the report again — or scroll three months back through WhatsApp.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it's not just my family.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8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crore+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63640" y="2880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digital health IDs created — citizens want their health digitized.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25%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63640" y="4023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urban Indian healthcare facilities use EHR. Records stay paper, WhatsApp, or email.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4663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$14B → $107B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51663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digital health market by 2033 — massive tailwind for consumer health tools.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 The whole family. From anywhere.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CCEE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📸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once,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forever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lab report or prescription. We extract the data automatically — searchable, trackable, accessible from anywhere.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CCEE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👨‍👩‍👧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with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family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3886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WhatsApp invite code. Family members see records with view, edit, or admin access. Revoke anytime.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CCEE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1920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📈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59536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trends,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536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numbers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95360" y="3886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HbA1c, BP, cholesterol across years. Spot "better or worse" at a glance. Personal &amp; doctor notes built in.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paper to peace of mind in four steps.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OTP. No passwords. No paperwork. Family members added in seconds.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8FAC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103120"/>
            <a:ext cx="640080" cy="64008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lab reports, prescriptions, doctor notes. We auto-extract every test value.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8FAC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103120"/>
            <a:ext cx="640080" cy="64008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6-character invite code. Send via WhatsApp. Recipient enters code in-app.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5256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8FAC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81160" y="182880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55480" y="2103120"/>
            <a:ext cx="640080" cy="64008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55548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55480" y="33832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trends across years. Add personal notes (voice or text). Doctor visit log included.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075F6E"/>
          </a:solidFill>
          <a:ln w="12700">
            <a:solidFill>
              <a:srgbClr val="075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in:  Cloud sync  ·  OCR  ·  Permission-aware sharing  ·  Voice notes  ·  Trend analytics  ·  100% private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family needs. Nothing they don't.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Lab OCR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Auto-extracts test values, units, and reference ranges from any lab report photo or PDF.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Prescription Tracker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28803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Drug, dose, frequency, duration. Active vs past medication history at a glance.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Charts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8803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HbA1c, BP, lipids, thyroid — see year-over-year changes that single reports hide.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72600" y="1874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👨‍👩‍👧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3726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Sharing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28803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edit, or admin access per family member. Revoke anytime, no awkward conversations.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206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+ Doctor Notes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5212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observations, doctor instructions, follow-up dates in dedicated note streams.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4023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03320" y="4206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70332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Notes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03320" y="5212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and speak. Perfect for moments when typing is hard — clinic visits, late nights, mobile.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4023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4206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53796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Backup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5212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 + parsed data stored securely in Indian data centres. Never lose a record.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0" y="4023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72600" y="4206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372600" y="4800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Permission-aware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72600" y="52120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family members see different views. Doctor sees lab data, not your private notes.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good apps. One missing piece: family.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691640"/>
            <a:ext cx="19202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691640"/>
            <a:ext cx="19202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Eka Care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1691640"/>
            <a:ext cx="19202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0" y="1691640"/>
            <a:ext cx="1920240" cy="640080"/>
          </a:xfrm>
          <a:prstGeom prst="rect">
            <a:avLst/>
          </a:prstGeom>
          <a:solidFill>
            <a:srgbClr val="0B8FAC"/>
          </a:solidFill>
          <a:ln w="6350">
            <a:solidFill>
              <a:srgbClr val="0B8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691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MedRecord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families (not individuals)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23317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60720" y="23317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23317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0" y="2331720"/>
            <a:ext cx="1920240" cy="457200"/>
          </a:xfrm>
          <a:prstGeom prst="rect">
            <a:avLst/>
          </a:prstGeom>
          <a:solidFill>
            <a:srgbClr val="CCEE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2788920"/>
            <a:ext cx="3200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Multi-generational design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0" y="27889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760720" y="27889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80960" y="27889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601200" y="2788920"/>
            <a:ext cx="1920240" cy="457200"/>
          </a:xfrm>
          <a:prstGeom prst="rect">
            <a:avLst/>
          </a:prstGeom>
          <a:solidFill>
            <a:srgbClr val="CCEE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0080" y="32461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NRI-aware (manage parents in India)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0" y="32461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3246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760720" y="32461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3246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680960" y="32461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3246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601200" y="3246120"/>
            <a:ext cx="1920240" cy="457200"/>
          </a:xfrm>
          <a:prstGeom prst="rect">
            <a:avLst/>
          </a:prstGeom>
          <a:solidFill>
            <a:srgbClr val="CCEE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0" y="3246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40080" y="3703320"/>
            <a:ext cx="3200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WhatsApp-simple sharing (invite codes)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40480" y="37033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760720" y="37033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680960" y="37033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8096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601200" y="3703320"/>
            <a:ext cx="1920240" cy="457200"/>
          </a:xfrm>
          <a:prstGeom prst="rect">
            <a:avLst/>
          </a:prstGeom>
          <a:solidFill>
            <a:srgbClr val="CCEE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01200" y="3703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40080" y="41605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840480" y="41605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760720" y="41605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6072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680960" y="41605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8096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601200" y="4160520"/>
            <a:ext cx="1920240" cy="457200"/>
          </a:xfrm>
          <a:prstGeom prst="rect">
            <a:avLst/>
          </a:prstGeom>
          <a:solidFill>
            <a:srgbClr val="CCEE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012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640080" y="4617720"/>
            <a:ext cx="32004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from lab photos (OCR + AI)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840480" y="46177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760720" y="46177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607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7680960" y="46177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8096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9601200" y="4617720"/>
            <a:ext cx="1920240" cy="457200"/>
          </a:xfrm>
          <a:prstGeom prst="rect">
            <a:avLst/>
          </a:prstGeom>
          <a:solidFill>
            <a:srgbClr val="CCEE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6012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640080" y="507492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724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hospital onboarding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840480" y="50749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0480" y="5074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5760720" y="50749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60720" y="5074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7680960" y="507492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80960" y="5074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601200" y="5074920"/>
            <a:ext cx="1920240" cy="457200"/>
          </a:xfrm>
          <a:prstGeom prst="rect">
            <a:avLst/>
          </a:prstGeom>
          <a:solidFill>
            <a:srgbClr val="CCEE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601200" y="5074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640080" y="5715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Care and Practo are great products. ABHA is foundational. But none of them are built for the way Indian families actually use health records — together, across cities, across generations.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category-defining moment.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6517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digital health market grows from $14B to $107B by 2033. ABHA gives 90 crore+ Indians a digital health identity.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246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pull, not push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want their records digital. Hospitals are still slow to adopt EHR. Bottom-up tools win in this gap.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114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4114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arbitrage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3891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NRIs caring for parents in India have higher willingness to pay. Premium tier unlocks revenue in USD.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4983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5257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sharing means every user brings 2-5 more. Multi-generational design turns into multi-generational adoption.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raising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2377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8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/ Seed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46520" y="2926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are open. Strategic checks welcome.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474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capital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794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Pilot expansion across India + NRI corridors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40873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ABHA integration &amp; ABDM compliance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43799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Founding team build-out (engineering, design, GTM)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6725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Trust &amp; safety, privacy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5212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7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traction, vision, and a 5-year plan.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PARTNERS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where care actually happens.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Labs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reports straight to patients — and their families. Reduce 'I lost the report' calls. Co-branded patient experience.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Repeat customer retention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Hospitals &amp; Clinics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summaries, prescriptions, and follow-up reminders flow to patients' MedRecord. ABHA-ready.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Better treatment adherence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Telehealth Providers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arrive with structured history pre-loaded. No more 'send me your last reports' before every consult.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303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Higher consult quality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Companies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premium tier for policyholders. Capture preventive insights. Reduce claims through earlier detection.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5303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Better risk pool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6080760"/>
            <a:ext cx="10972800" cy="365760"/>
          </a:xfrm>
          <a:prstGeom prst="roundRect">
            <a:avLst>
              <a:gd name="adj" fmla="val 15000"/>
            </a:avLst>
          </a:prstGeom>
          <a:solidFill>
            <a:srgbClr val="075F6E"/>
          </a:solidFill>
          <a:ln w="12700">
            <a:solidFill>
              <a:srgbClr val="075F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via API, WhatsApp Business, or direct co-branded onboarding.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MedRecord  ·  Family Health Records Made Simple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5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0B8FAC">
              <a:alpha val="40000"/>
            </a:srgbClr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PILOT USERS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Free. Forever. For families.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tired of scrolling through WhatsApp to find your dad's last lab report, we built this for you.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246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access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records. Unlimited family members. No paywall on essentials.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31089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246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the product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3434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line to the team. Your feedback drives what we build next.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310896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95360" y="3246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💜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595360" y="3886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adopter perks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43434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premium when we launch paid tiers. Founder badge in-app.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it. Tell us what's missing.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9C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hello@medrecord.app  ·  [Your phone]  ·  [Your LinkedIn]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MedRecord — Family Health Records Made Simple</dc:title>
  <dc:subject>PptxGenJS Presentation</dc:subject>
  <dc:creator>MedRecord</dc:creator>
  <cp:lastModifiedBy>MedRecord</cp:lastModifiedBy>
  <cp:revision>1</cp:revision>
  <dcterms:created xsi:type="dcterms:W3CDTF">2026-06-04T23:43:03Z</dcterms:created>
  <dcterms:modified xsi:type="dcterms:W3CDTF">2026-06-04T23:43:03Z</dcterms:modified>
</cp:coreProperties>
</file>