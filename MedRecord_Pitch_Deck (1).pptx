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5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8FAC">
              <a:alpha val="40000"/>
            </a:srgbClr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family's health,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9C4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organized for everyone.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family health records app built for India's reality 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multi-generational, multi-city, multi-doctor.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C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simple  ·  Doctor-grade  ·  Family-first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records that nobody can find.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founder's story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09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parents live in India.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manages diabetes and thyroid. Dad has cardiac stents and goes for follow-ups every six months.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in the US.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their reports come back, I want to know: are the numbers better or worse than last time?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 find that out, I have to ask them to send the report again — or scroll three months back through WhatsApp.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it's not just my family.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8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crore+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63640" y="2880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 digital health IDs created — citizens want their health digitized.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25%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63640" y="4023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urban Indian healthcare facilities use EHR. Records stay paper, WhatsApp, or email.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4663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$14B → $107B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5166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digital health market by 2033 — massive tailwind for consumer health tools.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  ·  Family Health Records Made Simple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app. The whole family. From anywhere.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CCEE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📸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once,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forever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lab report or prescription. We extract the data automatically — searchable, trackable, accessible from anywhere.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CCEE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👨‍👩‍👧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with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family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3886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WhatsApp invite code. Family members see records with view, edit, or admin access. Revoke anytime.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CCEE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0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📈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59536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trends,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numbers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95360" y="3886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HbA1c, BP, cholesterol across years. Spot "better or worse" at a glance. Personal &amp; doctor notes built in.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  ·  Family Health Records Made Simple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paper to peace of mind in four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OTP. No passwords. No paperwork. Family members added in seconds.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8FAC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520440" y="18288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4760" y="2103120"/>
            <a:ext cx="640080" cy="64008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lab reports, prescriptions, doctor notes. We auto-extract every test value.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8FAC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03120"/>
            <a:ext cx="640080" cy="64008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6-character invite code. Send via WhatsApp. Recipient enters code in-app.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5256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8FAC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281160" y="18288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55480" y="2103120"/>
            <a:ext cx="640080" cy="64008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55548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55480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trends across years. Add personal notes (voice or text). Doctor visit log included.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075F6E"/>
          </a:solidFill>
          <a:ln w="12700">
            <a:solidFill>
              <a:srgbClr val="075F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in:  Cloud sync  ·  OCR  ·  Permission-aware sharing  ·  Voice notes  ·  Trend analytics  ·  100% private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  ·  Family Health Records Made Simple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Built. Shipped. Working.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8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9184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pilot 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families managing records together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feature surfaces shipped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657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· Cloud sync · Family sharing · Notes · Voice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297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C4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wks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28600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original 6-week build 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4617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Mid-Week 4 Play Store submission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5120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app live on EAS · Indian families using it daily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23774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tailwind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2651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 crossed 90 crore IDs in 2026. Citizens want digital health, but no tool brings family records together.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3246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Smartphone-first generation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3520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550M+ Indian WhatsApp users. Health record sharing already happens — chaotically, through chat history.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4114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urgency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NRIs manage aging parents remotely. No existing tool serves this specific bridging need.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4983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gap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5257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25% of urban hospitals use digital records. Consumers can't wait for top-down reform — they need bottom-up tools.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  ·  Family Health Records Made Simple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5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0"/>
            <a:ext cx="4572000" cy="4572000"/>
          </a:xfrm>
          <a:prstGeom prst="ellipse">
            <a:avLst/>
          </a:prstGeom>
          <a:solidFill>
            <a:srgbClr val="0B8FAC">
              <a:alpha val="40000"/>
            </a:srgbClr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C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looking for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Pre-seed/seed conversations to fund pilot expansion, ABHA integration, and team build-out across India and US-NRI corridors.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labs, hospitals, telehealth providers, and insurance companies — let's integrate records flow at the source.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3774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0" y="301752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families with multi-generational health management needs. Free access. Feedback drives the product.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9C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hello@medrecord.app  ·  [Your phone]  ·  [Your LinkedIn]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MedRecord — Family Health Records Made Simple</dc:title>
  <dc:subject>PptxGenJS Presentation</dc:subject>
  <dc:creator>MedRecord</dc:creator>
  <cp:lastModifiedBy>MedRecord</cp:lastModifiedBy>
  <cp:revision>1</cp:revision>
  <dcterms:created xsi:type="dcterms:W3CDTF">2026-06-03T01:40:27Z</dcterms:created>
  <dcterms:modified xsi:type="dcterms:W3CDTF">2026-06-03T01:40:27Z</dcterms:modified>
</cp:coreProperties>
</file>